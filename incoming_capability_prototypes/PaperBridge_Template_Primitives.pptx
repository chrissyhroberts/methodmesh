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4" d="100"/>
          <a:sy n="154" d="100"/>
        </p:scale>
        <p:origin x="240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10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05740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74904" y="24231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PAPERBRIDGE AUTHORING STENCIL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12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primitives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411480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these shapes into a one-page template. Colours are machine-readable authoring syntax, not the final visual design.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10049256" cy="0"/>
          </a:xfrm>
          <a:prstGeom prst="line">
            <a:avLst/>
          </a:prstGeom>
          <a:noFill/>
          <a:ln w="1397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3218688" cy="1856232"/>
          </a:xfrm>
          <a:prstGeom prst="rect">
            <a:avLst/>
          </a:prstGeom>
          <a:solidFill>
            <a:srgbClr val="FAFAF8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29768" y="1170432"/>
            <a:ext cx="2039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/ handwriting</a:t>
            </a:r>
            <a:endParaRPr lang="en-US" sz="1020" dirty="0"/>
          </a:p>
        </p:txBody>
      </p:sp>
      <p:sp>
        <p:nvSpPr>
          <p:cNvPr id="9" name="Text 7"/>
          <p:cNvSpPr txBox="1"/>
          <p:nvPr/>
        </p:nvSpPr>
        <p:spPr>
          <a:xfrm>
            <a:off x="1666037" y="1170432"/>
            <a:ext cx="1762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• INTEGER • DECIMAL • DATE  #D81B60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29768" y="1463040"/>
            <a:ext cx="2999232" cy="960120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1208" y="152704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ID</a:t>
            </a:r>
            <a:endParaRPr lang="en-US" sz="920" dirty="0"/>
          </a:p>
        </p:txBody>
      </p:sp>
      <p:sp>
        <p:nvSpPr>
          <p:cNvPr id="12" name="Text 10"/>
          <p:cNvSpPr txBox="1"/>
          <p:nvPr/>
        </p:nvSpPr>
        <p:spPr>
          <a:xfrm>
            <a:off x="521208" y="1709928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XLSForm label here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21208" y="1920240"/>
            <a:ext cx="2816352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03504" y="1975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0  0  1 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" y="2439787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question text + black response geometry. Give handwriting real space.</a:t>
            </a:r>
            <a:endParaRPr lang="en-US" sz="6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" y="2732395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Dates: show YYYY-MM-DD. Fixed-length IDs: one box per character if useful.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703320" y="1078992"/>
            <a:ext cx="3218688" cy="1856232"/>
          </a:xfrm>
          <a:prstGeom prst="rect">
            <a:avLst/>
          </a:prstGeom>
          <a:solidFill>
            <a:srgbClr val="FAFAF8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13048" y="1170432"/>
            <a:ext cx="2039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5852526" y="1170432"/>
            <a:ext cx="959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 only  #00897B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813048" y="1463040"/>
            <a:ext cx="2999232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904488" y="152704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of study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028597" y="1809598"/>
            <a:ext cx="340157" cy="340157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441906" y="1902867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</a:t>
            </a:r>
            <a:endParaRPr lang="en-US" sz="1300" b="1" dirty="0"/>
          </a:p>
        </p:txBody>
      </p:sp>
      <p:sp>
        <p:nvSpPr>
          <p:cNvPr id="24" name="Shape 22"/>
          <p:cNvSpPr/>
          <p:nvPr/>
        </p:nvSpPr>
        <p:spPr>
          <a:xfrm>
            <a:off x="5354477" y="1809598"/>
            <a:ext cx="340157" cy="340157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767786" y="1902867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time</a:t>
            </a:r>
            <a:endParaRPr lang="en-US" sz="1300" b="1" dirty="0"/>
          </a:p>
        </p:txBody>
      </p:sp>
      <p:sp>
        <p:nvSpPr>
          <p:cNvPr id="26" name="Text 24"/>
          <p:cNvSpPr txBox="1"/>
          <p:nvPr/>
        </p:nvSpPr>
        <p:spPr>
          <a:xfrm>
            <a:off x="3813048" y="247553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labels are BLUE; mark boxes are BLACK.</a:t>
            </a:r>
            <a:endParaRPr lang="en-US" sz="600" dirty="0"/>
          </a:p>
        </p:txBody>
      </p:sp>
      <p:sp>
        <p:nvSpPr>
          <p:cNvPr id="27" name="Text 25"/>
          <p:cNvSpPr txBox="1"/>
          <p:nvPr/>
        </p:nvSpPr>
        <p:spPr>
          <a:xfrm>
            <a:off x="3813048" y="2681686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square marks. PaperBridge links each option back to the XLSForm choice.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7086600" y="1078992"/>
            <a:ext cx="3218688" cy="1856232"/>
          </a:xfrm>
          <a:prstGeom prst="rect">
            <a:avLst/>
          </a:prstGeom>
          <a:solidFill>
            <a:srgbClr val="FAFAF8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196328" y="1170432"/>
            <a:ext cx="2039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multiple</a:t>
            </a:r>
            <a:endParaRPr lang="en-US" sz="1020" dirty="0"/>
          </a:p>
        </p:txBody>
      </p:sp>
      <p:sp>
        <p:nvSpPr>
          <p:cNvPr id="30" name="Text 28"/>
          <p:cNvSpPr txBox="1"/>
          <p:nvPr/>
        </p:nvSpPr>
        <p:spPr>
          <a:xfrm>
            <a:off x="9235806" y="1170432"/>
            <a:ext cx="959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that apply  #EF6C00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196328" y="1463040"/>
            <a:ext cx="2999232" cy="96012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287768" y="152704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support do you use?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624039" y="1774851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861783" y="1747419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support</a:t>
            </a:r>
            <a:endParaRPr lang="en-US" sz="1000" b="1" dirty="0"/>
          </a:p>
        </p:txBody>
      </p:sp>
      <p:sp>
        <p:nvSpPr>
          <p:cNvPr id="35" name="Shape 33"/>
          <p:cNvSpPr/>
          <p:nvPr/>
        </p:nvSpPr>
        <p:spPr>
          <a:xfrm>
            <a:off x="8624039" y="1976019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861783" y="1948587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support</a:t>
            </a:r>
            <a:endParaRPr lang="en-US" sz="1000" b="1" dirty="0"/>
          </a:p>
        </p:txBody>
      </p:sp>
      <p:sp>
        <p:nvSpPr>
          <p:cNvPr id="37" name="Shape 35"/>
          <p:cNvSpPr/>
          <p:nvPr/>
        </p:nvSpPr>
        <p:spPr>
          <a:xfrm>
            <a:off x="8624039" y="2177187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861783" y="2149755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000" b="1" dirty="0"/>
          </a:p>
        </p:txBody>
      </p:sp>
      <p:sp>
        <p:nvSpPr>
          <p:cNvPr id="39" name="Text 37"/>
          <p:cNvSpPr txBox="1"/>
          <p:nvPr/>
        </p:nvSpPr>
        <p:spPr>
          <a:xfrm>
            <a:off x="7196328" y="2448931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means multiple boxes may legitimately be marked.</a:t>
            </a:r>
            <a:endParaRPr lang="en-US" sz="600" dirty="0"/>
          </a:p>
        </p:txBody>
      </p:sp>
      <p:sp>
        <p:nvSpPr>
          <p:cNvPr id="40" name="Text 38"/>
          <p:cNvSpPr txBox="1"/>
          <p:nvPr/>
        </p:nvSpPr>
        <p:spPr>
          <a:xfrm>
            <a:off x="7196328" y="268168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an explicit “None” choice when blank ≠ none.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20040" y="3054096"/>
            <a:ext cx="3218688" cy="1856232"/>
          </a:xfrm>
          <a:prstGeom prst="rect">
            <a:avLst/>
          </a:prstGeom>
          <a:solidFill>
            <a:srgbClr val="FAFAF8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29768" y="3145536"/>
            <a:ext cx="2039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Likert / field table</a:t>
            </a:r>
            <a:endParaRPr lang="en-US" sz="1020" dirty="0"/>
          </a:p>
        </p:txBody>
      </p:sp>
      <p:sp>
        <p:nvSpPr>
          <p:cNvPr id="43" name="Text 41"/>
          <p:cNvSpPr txBox="1"/>
          <p:nvPr/>
        </p:nvSpPr>
        <p:spPr>
          <a:xfrm>
            <a:off x="2469246" y="3145536"/>
            <a:ext cx="959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= select_one  #00897B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29768" y="3438144"/>
            <a:ext cx="2999232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21208" y="350215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useful was the supervision?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684885" y="38221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589371" y="41330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bad</a:t>
            </a:r>
            <a:endParaRPr lang="en-US" sz="800" b="1" dirty="0"/>
          </a:p>
        </p:txBody>
      </p:sp>
      <p:sp>
        <p:nvSpPr>
          <p:cNvPr id="48" name="Shape 46"/>
          <p:cNvSpPr/>
          <p:nvPr/>
        </p:nvSpPr>
        <p:spPr>
          <a:xfrm>
            <a:off x="1211579" y="38221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116065" y="41330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800" b="1" dirty="0"/>
          </a:p>
        </p:txBody>
      </p:sp>
      <p:sp>
        <p:nvSpPr>
          <p:cNvPr id="50" name="Shape 48"/>
          <p:cNvSpPr/>
          <p:nvPr/>
        </p:nvSpPr>
        <p:spPr>
          <a:xfrm>
            <a:off x="1738274" y="38221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1642760" y="41330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800" b="1" dirty="0"/>
          </a:p>
        </p:txBody>
      </p:sp>
      <p:sp>
        <p:nvSpPr>
          <p:cNvPr id="52" name="Shape 50"/>
          <p:cNvSpPr/>
          <p:nvPr/>
        </p:nvSpPr>
        <p:spPr>
          <a:xfrm>
            <a:off x="2264968" y="38221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2169454" y="41330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00" b="1" dirty="0"/>
          </a:p>
        </p:txBody>
      </p:sp>
      <p:sp>
        <p:nvSpPr>
          <p:cNvPr id="54" name="Shape 52"/>
          <p:cNvSpPr/>
          <p:nvPr/>
        </p:nvSpPr>
        <p:spPr>
          <a:xfrm>
            <a:off x="2791663" y="38221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2696149" y="4133088"/>
            <a:ext cx="5358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good</a:t>
            </a:r>
            <a:endParaRPr lang="en-US" sz="800" b="1" dirty="0"/>
          </a:p>
        </p:txBody>
      </p:sp>
      <p:sp>
        <p:nvSpPr>
          <p:cNvPr id="56" name="Text 54"/>
          <p:cNvSpPr txBox="1"/>
          <p:nvPr/>
        </p:nvSpPr>
        <p:spPr>
          <a:xfrm>
            <a:off x="429768" y="45125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Semantically, a Likert row is still SELECT ONE.</a:t>
            </a:r>
            <a:endParaRPr lang="en-US" sz="600" dirty="0"/>
          </a:p>
        </p:txBody>
      </p:sp>
      <p:sp>
        <p:nvSpPr>
          <p:cNvPr id="57" name="Text 55"/>
          <p:cNvSpPr txBox="1"/>
          <p:nvPr/>
        </p:nvSpPr>
        <p:spPr>
          <a:xfrm>
            <a:off x="429768" y="46584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repeated items, use a field-table: one question per row, common response columns.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703320" y="3054096"/>
            <a:ext cx="3218688" cy="1856232"/>
          </a:xfrm>
          <a:prstGeom prst="rect">
            <a:avLst/>
          </a:prstGeom>
          <a:solidFill>
            <a:srgbClr val="FAFAF8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3813048" y="3145536"/>
            <a:ext cx="2039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/ QR</a:t>
            </a:r>
            <a:endParaRPr lang="en-US" sz="1020" dirty="0"/>
          </a:p>
        </p:txBody>
      </p:sp>
      <p:sp>
        <p:nvSpPr>
          <p:cNvPr id="60" name="Text 58"/>
          <p:cNvSpPr txBox="1"/>
          <p:nvPr/>
        </p:nvSpPr>
        <p:spPr>
          <a:xfrm>
            <a:off x="5852526" y="3145536"/>
            <a:ext cx="959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code  #5E35B1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3813048" y="3438144"/>
            <a:ext cx="2999232" cy="9601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3904488" y="350215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Specimen barcode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4041648" y="3803904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160520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256532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352544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448556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544568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640580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736592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832604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928616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4628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120640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216652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312664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408676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504688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600700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696712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792724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888736" y="3886200"/>
            <a:ext cx="320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984748" y="3886200"/>
            <a:ext cx="16459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3813048" y="4489704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only for a real barcode/QR field. Keep the code region clean and high contrast.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7086600" y="3054096"/>
            <a:ext cx="3218688" cy="1856232"/>
          </a:xfrm>
          <a:prstGeom prst="rect">
            <a:avLst/>
          </a:prstGeom>
          <a:solidFill>
            <a:srgbClr val="FAFAF8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7196328" y="3145536"/>
            <a:ext cx="2039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/ marked region</a:t>
            </a:r>
            <a:endParaRPr lang="en-US" sz="1020" dirty="0"/>
          </a:p>
        </p:txBody>
      </p:sp>
      <p:sp>
        <p:nvSpPr>
          <p:cNvPr id="87" name="Text 85"/>
          <p:cNvSpPr txBox="1"/>
          <p:nvPr/>
        </p:nvSpPr>
        <p:spPr>
          <a:xfrm>
            <a:off x="9235806" y="3145536"/>
            <a:ext cx="959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image  #7CB342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7196328" y="3438144"/>
            <a:ext cx="2999232" cy="9601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 txBox="1"/>
          <p:nvPr/>
        </p:nvSpPr>
        <p:spPr>
          <a:xfrm>
            <a:off x="7287768" y="350215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diagram</a:t>
            </a:r>
            <a:endParaRPr lang="en-US" sz="920" dirty="0"/>
          </a:p>
        </p:txBody>
      </p:sp>
      <p:sp>
        <p:nvSpPr>
          <p:cNvPr id="90" name="Shape 88"/>
          <p:cNvSpPr/>
          <p:nvPr/>
        </p:nvSpPr>
        <p:spPr>
          <a:xfrm>
            <a:off x="7607808" y="3767328"/>
            <a:ext cx="2176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7836408" y="4023360"/>
            <a:ext cx="1719072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595360" y="3831336"/>
            <a:ext cx="201168" cy="20116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 txBox="1"/>
          <p:nvPr/>
        </p:nvSpPr>
        <p:spPr>
          <a:xfrm>
            <a:off x="7196328" y="448970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area is the captured/analysed image region.</a:t>
            </a:r>
            <a:endParaRPr lang="en-US" sz="600" dirty="0"/>
          </a:p>
        </p:txBody>
      </p:sp>
      <p:sp>
        <p:nvSpPr>
          <p:cNvPr id="94" name="Text 92"/>
          <p:cNvSpPr txBox="1"/>
          <p:nvPr/>
        </p:nvSpPr>
        <p:spPr>
          <a:xfrm>
            <a:off x="7196328" y="46584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body maps, sketches, signatures or other image evidence.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320040" y="5074920"/>
            <a:ext cx="10049256" cy="2103120"/>
          </a:xfrm>
          <a:prstGeom prst="rect">
            <a:avLst/>
          </a:prstGeom>
          <a:solidFill>
            <a:srgbClr val="F5F7F7"/>
          </a:solidFill>
          <a:ln w="10160">
            <a:solidFill>
              <a:srgbClr val="D8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75488" y="5221224"/>
            <a:ext cx="233172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 txBox="1"/>
          <p:nvPr/>
        </p:nvSpPr>
        <p:spPr>
          <a:xfrm>
            <a:off x="530352" y="5234940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LINK IT TO A REAL XLSFORM</a:t>
            </a:r>
            <a:endParaRPr lang="en-US" sz="820" dirty="0"/>
          </a:p>
        </p:txBody>
      </p:sp>
      <p:sp>
        <p:nvSpPr>
          <p:cNvPr id="98" name="Shape 96"/>
          <p:cNvSpPr/>
          <p:nvPr/>
        </p:nvSpPr>
        <p:spPr>
          <a:xfrm>
            <a:off x="502920" y="5577840"/>
            <a:ext cx="214884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94360" y="5687568"/>
            <a:ext cx="310896" cy="3108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 txBox="1"/>
          <p:nvPr/>
        </p:nvSpPr>
        <p:spPr>
          <a:xfrm>
            <a:off x="594360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978408" y="57138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XLSForm</a:t>
            </a:r>
            <a:endParaRPr lang="en-US" sz="920" dirty="0"/>
          </a:p>
        </p:txBody>
      </p:sp>
      <p:sp>
        <p:nvSpPr>
          <p:cNvPr id="102" name="Text 100"/>
          <p:cNvSpPr txBox="1"/>
          <p:nvPr/>
        </p:nvSpPr>
        <p:spPr>
          <a:xfrm>
            <a:off x="612648" y="6049089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real workbook first. Keep the XLSForm question names, labels and choice lists as the source of truth.</a:t>
            </a:r>
            <a:endParaRPr lang="en-US" sz="730" dirty="0"/>
          </a:p>
        </p:txBody>
      </p:sp>
      <p:sp>
        <p:nvSpPr>
          <p:cNvPr id="103" name="Shape 101"/>
          <p:cNvSpPr/>
          <p:nvPr/>
        </p:nvSpPr>
        <p:spPr>
          <a:xfrm>
            <a:off x="2926080" y="5577840"/>
            <a:ext cx="214884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017520" y="5687568"/>
            <a:ext cx="310896" cy="3108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3017520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3401568" y="57138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authoring template</a:t>
            </a:r>
            <a:endParaRPr lang="en-US" sz="920" dirty="0"/>
          </a:p>
        </p:txBody>
      </p:sp>
      <p:sp>
        <p:nvSpPr>
          <p:cNvPr id="107" name="Text 105"/>
          <p:cNvSpPr txBox="1"/>
          <p:nvPr/>
        </p:nvSpPr>
        <p:spPr>
          <a:xfrm>
            <a:off x="3035808" y="6049089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 primitive. Put the real question label in BLACK; for selects, put the real choice labels in BLUE.</a:t>
            </a:r>
            <a:endParaRPr lang="en-US" sz="730" dirty="0"/>
          </a:p>
        </p:txBody>
      </p:sp>
      <p:sp>
        <p:nvSpPr>
          <p:cNvPr id="108" name="Shape 106"/>
          <p:cNvSpPr/>
          <p:nvPr/>
        </p:nvSpPr>
        <p:spPr>
          <a:xfrm>
            <a:off x="5349240" y="5577840"/>
            <a:ext cx="214884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440680" y="5687568"/>
            <a:ext cx="310896" cy="3108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 txBox="1"/>
          <p:nvPr/>
        </p:nvSpPr>
        <p:spPr>
          <a:xfrm>
            <a:off x="5440680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5824728" y="57138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template + AUTO</a:t>
            </a:r>
            <a:endParaRPr lang="en-US" sz="920" dirty="0"/>
          </a:p>
        </p:txBody>
      </p:sp>
      <p:sp>
        <p:nvSpPr>
          <p:cNvPr id="112" name="Text 110"/>
          <p:cNvSpPr txBox="1"/>
          <p:nvPr/>
        </p:nvSpPr>
        <p:spPr>
          <a:xfrm>
            <a:off x="5458968" y="6049089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one-page PDF/image. Run AUTO DETECT, then inspect every detected region and mapping.</a:t>
            </a:r>
            <a:endParaRPr lang="en-US" sz="730" dirty="0"/>
          </a:p>
        </p:txBody>
      </p:sp>
      <p:sp>
        <p:nvSpPr>
          <p:cNvPr id="113" name="Shape 111"/>
          <p:cNvSpPr/>
          <p:nvPr/>
        </p:nvSpPr>
        <p:spPr>
          <a:xfrm>
            <a:off x="7772400" y="5577840"/>
            <a:ext cx="214884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7863840" y="5687568"/>
            <a:ext cx="310896" cy="3108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 txBox="1"/>
          <p:nvPr/>
        </p:nvSpPr>
        <p:spPr>
          <a:xfrm>
            <a:off x="7863840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8247888" y="57138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+ test</a:t>
            </a:r>
            <a:endParaRPr lang="en-US" sz="920" dirty="0"/>
          </a:p>
        </p:txBody>
      </p:sp>
      <p:sp>
        <p:nvSpPr>
          <p:cNvPr id="117" name="Text 115"/>
          <p:cNvSpPr txBox="1"/>
          <p:nvPr/>
        </p:nvSpPr>
        <p:spPr>
          <a:xfrm>
            <a:off x="7882128" y="6049089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link unresolved fields. SAVE SCHEMA → TEST EMPTY → TEST DATA → COMMIT only after the mappings are correct.</a:t>
            </a:r>
            <a:endParaRPr lang="en-US" sz="730" dirty="0"/>
          </a:p>
        </p:txBody>
      </p:sp>
      <p:sp>
        <p:nvSpPr>
          <p:cNvPr id="118" name="Text 116"/>
          <p:cNvSpPr txBox="1"/>
          <p:nvPr/>
        </p:nvSpPr>
        <p:spPr>
          <a:xfrm>
            <a:off x="475488" y="690372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0" dirty="0"/>
          </a:p>
        </p:txBody>
      </p:sp>
      <p:sp>
        <p:nvSpPr>
          <p:cNvPr id="119" name="Shape 117"/>
          <p:cNvSpPr/>
          <p:nvPr/>
        </p:nvSpPr>
        <p:spPr>
          <a:xfrm>
            <a:off x="1143000" y="6912864"/>
            <a:ext cx="164592" cy="164592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 txBox="1"/>
          <p:nvPr/>
        </p:nvSpPr>
        <p:spPr>
          <a:xfrm>
            <a:off x="1362456" y="6903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endParaRPr lang="en-US" sz="720" dirty="0"/>
          </a:p>
        </p:txBody>
      </p:sp>
      <p:sp>
        <p:nvSpPr>
          <p:cNvPr id="121" name="Shape 119"/>
          <p:cNvSpPr/>
          <p:nvPr/>
        </p:nvSpPr>
        <p:spPr>
          <a:xfrm>
            <a:off x="2386584" y="6912864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 txBox="1"/>
          <p:nvPr/>
        </p:nvSpPr>
        <p:spPr>
          <a:xfrm>
            <a:off x="2606040" y="6903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</a:t>
            </a:r>
            <a:endParaRPr lang="en-US" sz="720" dirty="0"/>
          </a:p>
        </p:txBody>
      </p:sp>
      <p:sp>
        <p:nvSpPr>
          <p:cNvPr id="123" name="Shape 121"/>
          <p:cNvSpPr/>
          <p:nvPr/>
        </p:nvSpPr>
        <p:spPr>
          <a:xfrm>
            <a:off x="3630168" y="6912864"/>
            <a:ext cx="164592" cy="16459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 txBox="1"/>
          <p:nvPr/>
        </p:nvSpPr>
        <p:spPr>
          <a:xfrm>
            <a:off x="3849624" y="6903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multiple</a:t>
            </a:r>
            <a:endParaRPr lang="en-US" sz="720" dirty="0"/>
          </a:p>
        </p:txBody>
      </p:sp>
      <p:sp>
        <p:nvSpPr>
          <p:cNvPr id="125" name="Shape 123"/>
          <p:cNvSpPr/>
          <p:nvPr/>
        </p:nvSpPr>
        <p:spPr>
          <a:xfrm>
            <a:off x="4873752" y="6912864"/>
            <a:ext cx="164592" cy="16459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 txBox="1"/>
          <p:nvPr/>
        </p:nvSpPr>
        <p:spPr>
          <a:xfrm>
            <a:off x="5093208" y="6903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6117336" y="6912864"/>
            <a:ext cx="164592" cy="16459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 txBox="1"/>
          <p:nvPr/>
        </p:nvSpPr>
        <p:spPr>
          <a:xfrm>
            <a:off x="6336792" y="6903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720" dirty="0"/>
          </a:p>
        </p:txBody>
      </p:sp>
      <p:sp>
        <p:nvSpPr>
          <p:cNvPr id="129" name="Shape 127"/>
          <p:cNvSpPr/>
          <p:nvPr/>
        </p:nvSpPr>
        <p:spPr>
          <a:xfrm>
            <a:off x="7360920" y="6912864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 txBox="1"/>
          <p:nvPr/>
        </p:nvSpPr>
        <p:spPr>
          <a:xfrm>
            <a:off x="7580376" y="6903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text</a:t>
            </a:r>
            <a:endParaRPr lang="en-US" sz="720" dirty="0"/>
          </a:p>
        </p:txBody>
      </p:sp>
      <p:sp>
        <p:nvSpPr>
          <p:cNvPr id="131" name="Text 129"/>
          <p:cNvSpPr txBox="1"/>
          <p:nvPr/>
        </p:nvSpPr>
        <p:spPr>
          <a:xfrm>
            <a:off x="8138160" y="68854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colours are syntax. Your final printable form can be black-and-white.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404</Words>
  <Application>Microsoft Macintosh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MethodMesh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PaperBridge Template Builder - Primitive Library</dc:title>
  <dc:subject>PaperBridge template-building primitive library</dc:subject>
  <dc:creator>OpenAI</dc:creator>
  <cp:lastModifiedBy>Chrissy Roberts</cp:lastModifiedBy>
  <cp:revision>4</cp:revision>
  <dcterms:created xsi:type="dcterms:W3CDTF">2026-09-15T11:55:34Z</dcterms:created>
  <dcterms:modified xsi:type="dcterms:W3CDTF">2026-09-15T12:30:02Z</dcterms:modified>
</cp:coreProperties>
</file>